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DFD6"/>
                </a:solidFill>
                <a:latin typeface="Helvetica Neue"/>
              </a:rPr>
              <a:t>Extinction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6DFD6"/>
                </a:solidFill>
                <a:latin typeface="Helvetica Neue"/>
              </a:rPr>
              <a:t>Umwelt hypothesis dossiers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circadian · migration · synchrony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383280"/>
            <a:ext cx="6035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6DFD6"/>
                </a:solidFill>
                <a:latin typeface="Helvetica Neue"/>
              </a:defRPr>
            </a:pPr>
            <a:r>
              <a:t>Biodesign Challenge 2026 · Convergent Life</a:t>
            </a:r>
          </a:p>
          <a:p>
            <a:pPr>
              <a:spcAft>
                <a:spcPts val="800"/>
              </a:spcAft>
              <a:defRPr sz="1800">
                <a:solidFill>
                  <a:srgbClr val="E6DFD6"/>
                </a:solidFill>
                <a:latin typeface="Helvetica Neue"/>
              </a:defRPr>
            </a:pPr>
            <a:r>
              <a:t>Digital Art &amp; AI Technology — MDes</a:t>
            </a:r>
          </a:p>
          <a:p>
            <a:pPr>
              <a:spcAft>
                <a:spcPts val="800"/>
              </a:spcAft>
              <a:defRPr sz="1800">
                <a:solidFill>
                  <a:srgbClr val="E6DFD6"/>
                </a:solidFill>
                <a:latin typeface="Helvetica Neue"/>
              </a:defRPr>
            </a:pPr>
            <a:r>
              <a:t>Literature-grounded memorial · biodigital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097280"/>
            <a:ext cx="2926080" cy="411480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2286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DFD6"/>
                </a:solidFill>
                <a:latin typeface="Helvetica Neue"/>
              </a:rPr>
              <a:t>A biodigital memorial where extinction is experienced as rhythm, silence, and consequence.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WHY THIS PROJECT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Extinction removes more than bodies.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It erases migration pulses, social synchrony, and seasonal fit to landscape.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Public memory often normalizes ecological absence after enough time passes.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This project asks how constrained computation can make loss legible without pretending we fully know another species' Umwelt.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FRAMING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How can an archive make extinction felt as both biological disappearance and cultural amnesia?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DESIGN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Umwelt as memory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Primary frame: bounded sensory-temporal hypothesis space.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Secondary frame: collective memory fracture and ethical remembrance.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Visitors move through Memory Sites, Species Dossier, Polyphony Mixer, and Ethics Console.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The archive is not resurrection; uncertainty remains visible at every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Museum sobriety overall. Awe appears briefly, mainly inside the mixer.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Three load-bearing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Species Dossier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Evidence cards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Temporal niche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Sensory proxies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Extinction mechanism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360° constrained scene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Polyphony Mixer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Seasonal layers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Diel rhythm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Density and synchrony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Audible coexistence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Collapse as retuning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783080"/>
            <a:ext cx="356616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938528"/>
            <a:ext cx="32369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Ethics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2423160"/>
            <a:ext cx="323697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Evidence sorting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Forced tradeoffs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Rule-based outcomes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Sonic finale shifts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Action over nostalgia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HERO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Mammoth-first, pigeon as structural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Woolly mammoth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Tusk isotope trails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Arctic photoperiod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Comparative genomics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Ground-level pacing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Slow seasonal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Passenger pigeon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Mass flock synchrony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Density thresholds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Social collapse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Sky-darkening scale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Thinness as silence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783080"/>
            <a:ext cx="356616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938528"/>
            <a:ext cx="32369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Memory sites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2423160"/>
            <a:ext cx="323697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2-5 curated pins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Last ranges and dates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Single-species deep links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No global atlas in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BIOLOGICAL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Only traceable evidence enters the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Migration isotopes, morphology as sensory proxy, comparative genomics, historical range data, and acoustic ecology of relatives.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Smell cues remain metaphorical or synesthetic only and are always labeled Speculative.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Every strong line in the UI is tagged: Cited, Modeled, or Speculative.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If the biology can be removed and the piece still works, the project has failed its biodigital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DIGITAL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Expressive, but never unconstrained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Primary image strategy: diffusion plus structural conditioning.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Support layer: procedural shaders for light, fog, atmosphere, and temporal credibility.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A-Frame-first WebXR with desktop fallback and mobile WebAR entry points.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Web Audio DSP ties season, density, and time-of-day to the sonic field.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R and ggplot provide auditable scientific visuals for dossiers and appendix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A-Frame first, Three.js as needed inside the same XR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PHYSICAL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Archive object + living 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3D-printed focal object anchors the body of the extinct species in gallery space.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Mobile WebAR opens dossier content from the physical object.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Safe tactile materials symbolize tundra and steppe without claiming literal reconstruction.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Plants plus soil moisture, light, and temperature sensors drive one live audio bus.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INSTALLATION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Not a simulation of extinct habitat — an index of present life.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ETHICS AND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Reflection is part of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Digital resurrection is kept distinct from laboratory de-extinction discourse.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Visitors face choices around conservation resources, land-use pressure, and moral hazard.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AI-generated confidence is actively countered through tier labels, provenance, and rule-based consequences.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The project avoids speaking for communities it has not collaborated with.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DESIRED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Move from grief to responsibility, not from grief to spectacle.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BDC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Why this fits Biodesign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Narrative: a clear emotional and spatial journey supported by physical and digital prototypes.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Concept: Umwelt plus temporal niche plus collective memory creates a distinct biodigital proposition.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Context: biodiversity loss, de-extinction ethics, misinformation risk, and sustainable installation logic.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Reflection: transparent iteration, limits, evidence tiers, and expert-reviewable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PRIZE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Primary target: BDC Prize for Biodigital Excellence.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1-MONTH VERTICAL 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Build the hero demo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9385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Lock evidence cards, dossier fields, memory sites, ethics branches, and consultant outreach.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529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Ship a mammoth vertical slice: dossier, mixer layer, A-Frame scene, and film-track kickoff.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13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673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Integrate passenger pigeon, ethics logic, WebAR, tactile table, and living sensor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817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Polish, rehearse, finish trailer, finalize appendix citations, and harden demo fallback.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PARALLEL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The film track starts after Week 2 and must not block the core interaction milestone.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DELIVERABLES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What the final package includes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English planning document ready for the repo.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Editable PowerPoint deck in project theme.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GitHub slide README with Office preview link and PDF preview link.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A methods appendix culture: citations and limits developed in parallel, not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CLOSING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What should responsibility sound like after a species has already disappeared?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