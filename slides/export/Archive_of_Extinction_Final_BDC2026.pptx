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Archive of Extinction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Environmental Hypothesis Dossiers</a:t>
            </a:r>
          </a:p>
          <a:p>
            <a:r>
              <a:t>An AI Memorial for Lost Species - Sensory Time Capsule</a:t>
            </a:r>
          </a:p>
          <a:p>
            <a:r>
              <a:t>Biodesign Challenge 2026 | Convergent Life | Biodigital Excellence</a:t>
            </a:r>
          </a:p>
          <a:p>
            <a:r>
              <a:t>Macau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&amp; institution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Institution: Macau University</a:t>
            </a:r>
          </a:p>
          <a:p>
            <a:pPr>
              <a:defRPr sz="1600"/>
            </a:pPr>
            <a:r>
              <a:t>Mentor: Atticus SIMS</a:t>
            </a:r>
          </a:p>
          <a:p>
            <a:pPr>
              <a:defRPr sz="1600"/>
            </a:pPr>
            <a:r>
              <a:t>Team: GUO XIAO YUE - ID MC569254</a:t>
            </a:r>
          </a:p>
          <a:p>
            <a:pPr>
              <a:defRPr sz="1600"/>
            </a:pPr>
            <a:r>
              <a:t>Team: LIU JIA QUN - ID MC569293</a:t>
            </a:r>
          </a:p>
          <a:p>
            <a:pPr>
              <a:defRPr sz="1600"/>
            </a:pPr>
            <a:r>
              <a:t>Program: MDes - Digital Art &amp; AI Technology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Title rationale (for judges)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Archive of Extinction: names the loss of species and of their temporal niches.</a:t>
            </a:r>
          </a:p>
          <a:p>
            <a:pPr>
              <a:defRPr sz="1600"/>
            </a:pPr>
            <a:r>
              <a:t>Environmental Hypothesis Dossiers: each scene is a testable claim about Umwelt + habitat, tied to papers.</a:t>
            </a:r>
          </a:p>
          <a:p>
            <a:pPr>
              <a:defRPr sz="1600"/>
            </a:pPr>
            <a:r>
              <a:t>AI memorial + sensory time capsule: generative WebXR makes rhythm and sensation discussable, not only images.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Biodesign Challenge 2026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Intersection of biotechnology, art, and design; Summit + MoMA judging for finalists.</a:t>
            </a:r>
          </a:p>
          <a:p>
            <a:pPr>
              <a:defRPr sz="1600"/>
            </a:pPr>
            <a:r>
              <a:t>Gallery theme: "Convergent Life." We target Biodigital Excellence + Narrative, Context, Reflection.</a:t>
            </a:r>
          </a:p>
          <a:p>
            <a:pPr>
              <a:defRPr sz="1600"/>
            </a:pPr>
            <a:r>
              <a:t>Judging: Narrative, Concept, Context, Reflection (each /4; strong tier ~2.75+).</a:t>
            </a:r>
          </a:p>
          <a:p>
            <a:pPr>
              <a:defRPr sz="1600"/>
            </a:pPr>
            <a:r>
              <a:t>biodesignchallenge.org/judging | /prizes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research proposition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If we use generative AI + WebXR to reconstruct and visualize temporal phenotypes of extinct species,</a:t>
            </a:r>
          </a:p>
          <a:p>
            <a:pPr>
              <a:defRPr sz="1600"/>
            </a:pPr>
            <a:r>
              <a:t>can we repair the human gap in sensing extinction - the loss of another species' time, not only its image?</a:t>
            </a:r>
          </a:p>
          <a:p>
            <a:pPr>
              <a:defRPr sz="1600"/>
            </a:pPr>
            <a:r>
              <a:t>Intersection statement from ideation workbook, stress-tested against the BDC rubric.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Conceptual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Palaeo-chronobiology: infer day/year phase from genomics, photoperiod proxies, morphology (orbit, channels).</a:t>
            </a:r>
          </a:p>
          <a:p>
            <a:pPr>
              <a:defRPr sz="1600"/>
            </a:pPr>
            <a:r>
              <a:t>Temporal niche: extinction as erasure of shared ecological time, not only DNA.</a:t>
            </a:r>
          </a:p>
          <a:p>
            <a:pPr>
              <a:defRPr sz="1600"/>
            </a:pPr>
            <a:r>
              <a:t>Umwelt (von Uexkull): model sensory worlds as hypotheses - never silent speculation.</a:t>
            </a:r>
          </a:p>
          <a:p>
            <a:pPr>
              <a:defRPr sz="1600"/>
            </a:pPr>
            <a:r>
              <a:t>Red-flag test: if biology OR code is removed and the project still works, we failed biodesign or our digital edge.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techniques &amp;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WebXR: A-Frame / Three.js; immersive dossier navigation.</a:t>
            </a:r>
          </a:p>
          <a:p>
            <a:pPr>
              <a:defRPr sz="1600"/>
            </a:pPr>
            <a:r>
              <a:t>Generative environments: constrained by paleo proxies (Zimov steppe, seasonal light) - not fantasy biomes.</a:t>
            </a:r>
          </a:p>
          <a:p>
            <a:pPr>
              <a:defRPr sz="1600"/>
            </a:pPr>
            <a:r>
              <a:t>Time scrubber: polar day/night, season; sonification of phase (optional).</a:t>
            </a:r>
          </a:p>
          <a:p>
            <a:pPr>
              <a:defRPr sz="1600"/>
            </a:pPr>
            <a:r>
              <a:t>Epistemic UI: Cited / Interpolated / Speculative toggles + on-screen (Author, year) tags per scene ID.</a:t>
            </a:r>
          </a:p>
          <a:p>
            <a:pPr>
              <a:defRPr sz="1600"/>
            </a:pPr>
            <a:r>
              <a:t>Ethics fork: resource sliders after Sherkow &amp; Greely (2013); Indigenous context UI with Palawa-first citations.</a:t>
            </a:r>
          </a:p>
          <a:p>
            <a:pPr>
              <a:defRPr sz="1600"/>
            </a:pPr>
            <a:r>
              <a:t>Reflection: templates/reflection-log-webxr.html - keyword match to ethics themes (heuristic, auditable).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Ideation process (8 steps)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1 Map skills - 2 Intersection statements - 3 Rubric stress-test - 4 Biology literature sprints</a:t>
            </a:r>
          </a:p>
          <a:p>
            <a:pPr>
              <a:defRPr sz="1600"/>
            </a:pPr>
            <a:r>
              <a:t>5 Bio/digital split - 6 Narrative draft - 7 Prototype + BDC deliverables - 8 Build + polish + Q&amp;A</a:t>
            </a:r>
          </a:p>
          <a:p>
            <a:pPr>
              <a:defRPr sz="1600"/>
            </a:pPr>
            <a:r>
              <a:t>Aligned with biodesign_cursor_agent.md + course workbook.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sprint (4 weeks)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W1 Discovery: citation grid, storyboard Scene_* IDs, WebXR shell.</a:t>
            </a:r>
          </a:p>
          <a:p>
            <a:pPr>
              <a:defRPr sz="1600"/>
            </a:pPr>
            <a:r>
              <a:t>W2 Prototype: time axis, generative pipeline doc, epistemic wireframes.</a:t>
            </a:r>
          </a:p>
          <a:p>
            <a:pPr>
              <a:defRPr sz="1600"/>
            </a:pPr>
            <a:r>
              <a:t>W3 Integration: sonification, UI_Ethics_Fork, UI_Indigenous_Context, reflection panel.</a:t>
            </a:r>
          </a:p>
          <a:p>
            <a:pPr>
              <a:defRPr sz="1600"/>
            </a:pPr>
            <a:r>
              <a:t>W4 Polish: 10+5 min rehearsal, creative video, deploy, judge one-sheet.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species - two dossiers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>
              <a:defRPr b="1" sz="1400"/>
            </a:pPr>
            <a:r>
              <a:t>Woolly mammoth</a:t>
            </a:r>
          </a:p>
          <a:p>
            <a:pPr>
              <a:defRPr sz="1300"/>
            </a:pPr>
            <a:r>
              <a:t>Arctic rhythm + mammoth steppe; scenes Scene_Bio_01 - Scene_Sensory_01.</a:t>
            </a:r>
          </a:p>
          <a:p>
            <a:pPr>
              <a:defRPr sz="1300"/>
            </a:pPr>
            <a:r>
              <a:t>Lynch 2015 circadian-related genes; Lu 2010 reindeer [Interpolated]; Zimov 2012 habitat.</a:t>
            </a:r>
          </a:p>
          <a:p>
            <a:pPr>
              <a:defRPr sz="1300"/>
            </a:pPr>
            <a:r>
              <a:t>TRPV3: Lynch 2015 primary; Kim 2017 bioRxiv optional + labeled.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>
              <a:defRPr b="1" sz="1400"/>
            </a:pPr>
            <a:r>
              <a:t>Thylacine</a:t>
            </a:r>
          </a:p>
          <a:p>
            <a:pPr>
              <a:defRPr sz="1300"/>
            </a:pPr>
            <a:r>
              <a:t>Crepuscular / night vision metaphor; colonial context mandatory.</a:t>
            </a:r>
          </a:p>
          <a:p>
            <a:pPr>
              <a:defRPr sz="1300"/>
            </a:pPr>
            <a:r>
              <a:t>Pozniak 2018 orbit; Mass &amp; Supin 2020 RGC [Interpolated]; Paddle; Sleightholme &amp; Campbell.</a:t>
            </a:r>
          </a:p>
          <a:p>
            <a:pPr>
              <a:defRPr sz="1300"/>
            </a:pPr>
            <a:r>
              <a:t>T5: Clements + Palawa: Rimmer, Lehman; Schlunke 2025.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Experience architecture (scene IDs)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Mammoth: Scene_Bio_01 -&gt; Scene_Environment_02 -&gt; Scene_Landscape_01 -&gt; Scene_Sensory_01.</a:t>
            </a:r>
          </a:p>
          <a:p>
            <a:pPr>
              <a:defRPr sz="1600"/>
            </a:pPr>
            <a:r>
              <a:t>Thylacine: Scene_Bio_02 -&gt; Scene_POV_01 -&gt; Scene_Context_01.</a:t>
            </a:r>
          </a:p>
          <a:p>
            <a:pPr>
              <a:defRPr sz="1600"/>
            </a:pPr>
            <a:r>
              <a:t>Shared: UI_Indigenous_Context -&gt; UI_Ethics_Fork -&gt; UI_Reflection_Log.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- Mammoth slots M1-M5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M1 Lynch et al. 2015 Cell Rep 10.1016/j.celrep.2015.06.027</a:t>
            </a:r>
          </a:p>
          <a:p>
            <a:pPr>
              <a:defRPr sz="1600"/>
            </a:pPr>
            <a:r>
              <a:t>M2 Lu et al. 2010 Curr Biol 10.1016/j.cub.2010.01.042</a:t>
            </a:r>
          </a:p>
          <a:p>
            <a:pPr>
              <a:defRPr sz="1600"/>
            </a:pPr>
            <a:r>
              <a:t>M3 Zimov et al. 2012 QSR 10.1016/j.quascirev.2012.08.004</a:t>
            </a:r>
          </a:p>
          <a:p>
            <a:pPr>
              <a:defRPr sz="1600"/>
            </a:pPr>
            <a:r>
              <a:t>M4 Kim et al. 2017 bioRxiv 10.1101/151746 (preprint)</a:t>
            </a:r>
          </a:p>
          <a:p>
            <a:pPr>
              <a:defRPr sz="1600"/>
            </a:pPr>
            <a:r>
              <a:t>M5 Sherkow &amp; Greely 2013 Science 10.1126/science.1236946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- Thylacine T1-T5 +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T1 Pozniak 2018 10.1002/ar.23910 | T2 Mass &amp; Supin 2020 10.31857/S0002332920060107</a:t>
            </a:r>
          </a:p>
          <a:p>
            <a:pPr>
              <a:defRPr sz="1600"/>
            </a:pPr>
            <a:r>
              <a:t>T3 Paddle 2000 ISBN 9780521782196 | T4 Sleightholme &amp; Campbell 2016 10.1080/00222933.2016.1217037</a:t>
            </a:r>
          </a:p>
          <a:p>
            <a:pPr>
              <a:defRPr sz="1600"/>
            </a:pPr>
            <a:r>
              <a:t>T5 Clements 2025 10.1177/13534858251272203</a:t>
            </a:r>
          </a:p>
          <a:p>
            <a:pPr>
              <a:defRPr sz="1600"/>
            </a:pPr>
            <a:r>
              <a:t>Palawa: Rimmer 2020 Artlink | Lehman 2013 Griffith Review | Schlunke 2025 10.1017/ext.2025.10008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BDC rubric self-assessment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Narrative: discover rhythm -&gt; loss -&gt; ethical fork (target strong).</a:t>
            </a:r>
          </a:p>
          <a:p>
            <a:pPr>
              <a:defRPr sz="1600"/>
            </a:pPr>
            <a:r>
              <a:t>Concept: time as spine; one biological proxy per scene.</a:t>
            </a:r>
          </a:p>
          <a:p>
            <a:pPr>
              <a:defRPr sz="1600"/>
            </a:pPr>
            <a:r>
              <a:t>Context: de-extinction trade-offs + Indigenous sovereignty (expand citations).</a:t>
            </a:r>
          </a:p>
          <a:p>
            <a:pPr>
              <a:defRPr sz="1600"/>
            </a:pPr>
            <a:r>
              <a:t>Reflection: interactive epistemic UI + user reflection + AI limits disclosed.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 &amp; physical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10 min talk + 5 min Q&amp;A; 1-5 min creative video; slides to Drive.</a:t>
            </a:r>
          </a:p>
          <a:p>
            <a:pPr>
              <a:defRPr sz="1600"/>
            </a:pPr>
            <a:r>
              <a:t>Visuals + WebXR; minimal tactile anchor + QR (no wet-lab for v1).</a:t>
            </a:r>
          </a:p>
          <a:p>
            <a:pPr>
              <a:defRPr sz="1600"/>
            </a:pPr>
            <a:r>
              <a:t>Planning source of truth: BDC_2026_Extinction_Archive_Planning_Document.md + PROJECT_PLAN.md.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we mitigate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"Just VR art" - always show citation strip.</a:t>
            </a:r>
          </a:p>
          <a:p>
            <a:pPr>
              <a:defRPr sz="1600"/>
            </a:pPr>
            <a:r>
              <a:t>Overclaiming PER2 - UI uses circadian-related genes until PDF verified.</a:t>
            </a:r>
          </a:p>
          <a:p>
            <a:pPr>
              <a:defRPr sz="1600"/>
            </a:pPr>
            <a:r>
              <a:t>Token TEK - Palawa-led sources + positionality statement.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Archive of Extinction</a:t>
            </a:r>
          </a:p>
          <a:p>
            <a:r>
              <a:t>Questions - biodesignchallenge.org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